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72" r:id="rId7"/>
    <p:sldId id="261" r:id="rId8"/>
    <p:sldId id="27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2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1539C4-6A4E-C2DC-5A96-2F4E225335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0E8F68-C789-2F33-3256-79BBE66EA9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0016F2-8305-548D-E8E8-DBD99E1A68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ECBA3-5AB9-4F32-B464-53C8362EAE9C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46F7E6-890B-2E73-D3AB-5D3EA20C37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A96A90-FE26-AAFF-36E8-EBC5E1B5B5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C507EB-FE2A-47CE-A8B2-40F85C0116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34583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04CED-D9D4-EE88-7636-44B1049B8B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C14F33-98E2-245C-CE4C-7BB4282331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2F7EBE-9A4E-162F-81E0-CE290E13FE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ECBA3-5AB9-4F32-B464-53C8362EAE9C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A02C50-584D-533B-2A19-111B6C530E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55A73B-0AE9-990B-26A1-73C3C2E718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C507EB-FE2A-47CE-A8B2-40F85C0116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5198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B39E1E-E5E4-CEAF-5214-B90CD1297A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25878E-A04D-A684-BBDA-4E1586F239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DECC44-9EE0-4D5D-B76C-E5340DC1E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ECBA3-5AB9-4F32-B464-53C8362EAE9C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09801B-84E8-9C0B-C4A5-0BD88E0CE3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0DEBEF-8701-0260-DC4B-4DCC91214A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C507EB-FE2A-47CE-A8B2-40F85C0116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07630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75F6C8-AF05-41F3-548B-626E35B86A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945ABA-BFBD-7B6A-2697-4E8E9BBB4D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EFA53C-A0D2-7CBD-8815-3EFA0C8DD3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00ECBF-A712-CB9B-C7E3-FA7BDA65D7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ECBA3-5AB9-4F32-B464-53C8362EAE9C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34960C-FA1C-E502-D6D1-C4FFF01CE6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F0FFC3-950C-9052-5612-EE8CDDD83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C507EB-FE2A-47CE-A8B2-40F85C0116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93538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D1C0AA-4230-9193-A688-3328EE0AE0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8A1C20-DD6D-3990-FF1D-6447F1C3A4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27564A-CD95-DD8F-1C49-B8F96B601E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7EC4CBA-1221-29BA-43A0-FD2F4CF91F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DD3E98F-876F-EF19-E875-03B149535B8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FB8FA3F-BBA9-5403-54D8-AC4C7267B6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ECBA3-5AB9-4F32-B464-53C8362EAE9C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B076F53-5848-6DDC-13B3-80B800F11F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E0DF2E8-3342-A1D9-A38D-CE071697F2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C507EB-FE2A-47CE-A8B2-40F85C0116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27340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886D3D-C542-B0E7-2755-1481B41F4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3B9F0F-8677-6595-88F1-43C00DA288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ECBA3-5AB9-4F32-B464-53C8362EAE9C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23B418-9B89-DEDD-266F-CC849584C3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5FD661-DDA4-24F5-75EC-E067D5EA3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C507EB-FE2A-47CE-A8B2-40F85C0116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11138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AF53B8-596A-990A-A8CD-7E5ADF2818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ECBA3-5AB9-4F32-B464-53C8362EAE9C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9D9DCF2-F194-A619-38BC-37863C761E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CCF69C-D1FF-6EDD-DCA9-25FB5D9FB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C507EB-FE2A-47CE-A8B2-40F85C0116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75202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D054D4-B4F4-80E5-C75A-3AF44BC81B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F57276-FDF1-9211-1B38-E0EA10E79A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1E08F5-176A-BFFB-153F-9F68B02F7F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9374D5-10BE-064C-EA23-2539C1E6D0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ECBA3-5AB9-4F32-B464-53C8362EAE9C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B9A5FA-290E-5E33-1477-51A07C3FB1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C3EEC1-1508-D89B-48F6-E5DC89CB5C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C507EB-FE2A-47CE-A8B2-40F85C0116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7117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69A796-AD9B-7693-3B82-FF23CBD6DE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89BC89E-37E3-256E-7BF7-E69A6C78215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E78472-7018-4C58-E408-5C572F6509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190DFA-B170-ECA2-E9A5-95F0E1A677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ECBA3-5AB9-4F32-B464-53C8362EAE9C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49E2F4-1E6C-D217-635A-CA4FEA142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7659A8-9CBB-CD9B-07A1-BD1F93B4AA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C507EB-FE2A-47CE-A8B2-40F85C0116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48145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B00D7A-E137-A6B4-366F-C19335AC13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1D97EC-8F24-F02C-CA6B-2B2CFD0880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4DC6B2-54DE-2DC3-4DF8-14945E799E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ECBA3-5AB9-4F32-B464-53C8362EAE9C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319752-0B77-573D-4141-B04455D941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A4B932-F3EE-F26C-575E-2A2FE7FA7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C507EB-FE2A-47CE-A8B2-40F85C0116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94602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8371E74-EF80-CF14-56AB-83C85387EC0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9FEC72-8CA5-96E4-7397-045176E28B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C1E25D-69E8-BF7F-516C-805E1A8B43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ECBA3-5AB9-4F32-B464-53C8362EAE9C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7C35FB-F05E-9DBC-2AA2-6F69BD3CC6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383012-1B2D-727A-EF43-B9068353A1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C507EB-FE2A-47CE-A8B2-40F85C0116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34000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59C9A74-6AFA-1077-37A0-E2BB3830B2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0688E9-A886-9F1F-3E78-EC0BB8693A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EDB160-FF0A-B3E9-1E64-34DA65D8165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9ECBA3-5AB9-4F32-B464-53C8362EAE9C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94B925-9137-C506-0E31-8F487317F7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1B7A64-B277-18CF-F2D9-0948986250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C507EB-FE2A-47CE-A8B2-40F85C0116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438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D8D3D7-DAF7-443E-AAC0-E449AAD932E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SME Loan Pre-Screen: </a:t>
            </a:r>
            <a:br>
              <a:rPr lang="en-US" b="1" dirty="0"/>
            </a:br>
            <a:r>
              <a:rPr lang="en-US" sz="4400" b="1" dirty="0"/>
              <a:t>Right-First-Time Applications</a:t>
            </a:r>
            <a:br>
              <a:rPr lang="en-IN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6607F7-C9FF-21ED-59A5-4934048352A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l"/>
            <a:r>
              <a:rPr lang="en-US" sz="2000" dirty="0"/>
              <a:t>Submitted  by:</a:t>
            </a:r>
          </a:p>
          <a:p>
            <a:pPr algn="l"/>
            <a:r>
              <a:rPr lang="en-US" sz="2000" dirty="0"/>
              <a:t>Seema </a:t>
            </a:r>
            <a:r>
              <a:rPr lang="en-US" sz="2000" dirty="0" err="1"/>
              <a:t>Parasar</a:t>
            </a:r>
            <a:endParaRPr lang="en-US" sz="2000" dirty="0"/>
          </a:p>
          <a:p>
            <a:pPr algn="l"/>
            <a:r>
              <a:rPr lang="en-US" sz="2000" dirty="0"/>
              <a:t>Roll no: CU10</a:t>
            </a:r>
          </a:p>
          <a:p>
            <a:pPr algn="l"/>
            <a:r>
              <a:rPr lang="en-US" sz="2000" dirty="0"/>
              <a:t>Cotton University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40665946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BA606-85B3-6D6C-6429-6A12A74375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Introduction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91B0F5-AEA2-28D5-5329-41E005D593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000" dirty="0"/>
              <a:t>Small and Medium Enterprises (SMEs) depend heavily on timely access to credit. However, the initial screening of SME loan applications often becomes slow, inconsistent, and error-prone when done manually. Loan officers must verify multiple documents, check applicant details, and ensure completeness before forwarding cases for appraisal—making the process both time-consuming and prone to oversight.</a:t>
            </a:r>
            <a:br>
              <a:rPr lang="en-US" sz="2000" dirty="0"/>
            </a:br>
            <a:r>
              <a:rPr lang="en-US" sz="2000" dirty="0"/>
              <a:t>To overcome these challenges, this project aims to </a:t>
            </a:r>
            <a:r>
              <a:rPr lang="en-US" sz="2000" b="1" dirty="0"/>
              <a:t>automate the pre-screening process using lightweight, easily deployable tools</a:t>
            </a:r>
            <a:r>
              <a:rPr lang="en-US" sz="2000" dirty="0"/>
              <a:t>. By combining Google Sheets for data handling and rule execution with Google Apps Script for streamlined user interaction, the system ensures faster, more accurate, and right-first-time loan assessments without relying on heavy software or complex infrastructure.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7734958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07C55A-99FA-1C93-655E-C1F4328979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59C9AD-966B-DEB3-8421-D5639313DB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000" dirty="0"/>
              <a:t>Traditional SME loan pre-screening relies on manual verification of applicant information and documents.</a:t>
            </a:r>
            <a:br>
              <a:rPr lang="en-US" sz="2000" dirty="0"/>
            </a:br>
            <a:r>
              <a:rPr lang="en-US" sz="2000" dirty="0"/>
              <a:t>This approach results in:</a:t>
            </a:r>
          </a:p>
          <a:p>
            <a:pPr algn="just"/>
            <a:r>
              <a:rPr lang="en-US" sz="2000" dirty="0"/>
              <a:t>High chances of human error</a:t>
            </a:r>
          </a:p>
          <a:p>
            <a:pPr algn="just"/>
            <a:r>
              <a:rPr lang="en-US" sz="2000" dirty="0"/>
              <a:t>Delays in decision-making</a:t>
            </a:r>
          </a:p>
          <a:p>
            <a:pPr algn="just"/>
            <a:r>
              <a:rPr lang="en-US" sz="2000" dirty="0"/>
              <a:t>Incomplete applications reaching the appraisal stage</a:t>
            </a:r>
          </a:p>
          <a:p>
            <a:pPr algn="just"/>
            <a:r>
              <a:rPr lang="en-US" sz="2000" dirty="0"/>
              <a:t>Difficulty in maintaining consistency across officers</a:t>
            </a:r>
          </a:p>
          <a:p>
            <a:pPr marL="0" indent="0" algn="just">
              <a:buNone/>
            </a:pPr>
            <a:r>
              <a:rPr lang="en-US" sz="2000" dirty="0"/>
              <a:t>There is a need for a simple, automated, rule-based tool that can rapidly validate loan applications and ensure right-first-time completeness.</a:t>
            </a:r>
          </a:p>
          <a:p>
            <a:pPr algn="just"/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3151899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CABC2F-487B-E844-5307-E69476CB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Objectives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785E74-2305-C024-660A-A9C44796DB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endParaRPr lang="en-US" sz="2000" b="1" dirty="0"/>
          </a:p>
          <a:p>
            <a:pPr algn="just"/>
            <a:r>
              <a:rPr lang="en-US" sz="2000" dirty="0"/>
              <a:t>To design a lightweight, automated SME loan pre-screen tool</a:t>
            </a:r>
          </a:p>
          <a:p>
            <a:pPr algn="just"/>
            <a:r>
              <a:rPr lang="en-US" sz="2000" dirty="0"/>
              <a:t>To use Google Sheets as the backend for datasets, rules, and dashboards</a:t>
            </a:r>
          </a:p>
          <a:p>
            <a:pPr algn="just"/>
            <a:r>
              <a:rPr lang="en-US" sz="2000" dirty="0"/>
              <a:t>To build a Google Apps Script-based chatbot for data entry</a:t>
            </a:r>
          </a:p>
          <a:p>
            <a:pPr algn="just"/>
            <a:r>
              <a:rPr lang="en-US" sz="2000" dirty="0"/>
              <a:t>To classify applications into actionable categories (Ready / Hold / Reject)</a:t>
            </a:r>
          </a:p>
          <a:p>
            <a:pPr algn="just"/>
            <a:r>
              <a:rPr lang="en-US" sz="2000" dirty="0"/>
              <a:t>To improve accuracy and speed of initial loan screening</a:t>
            </a:r>
          </a:p>
          <a:p>
            <a:pPr algn="just"/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4931332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23B606-E8B3-0A46-4CB9-970F7BD950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Tools &amp; Technologies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EB13A4-C618-24C1-735F-1CDA09A2A7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59484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sz="2000" b="1" dirty="0"/>
              <a:t>Google Sheets:</a:t>
            </a:r>
            <a:endParaRPr lang="en-IN" sz="2000" dirty="0"/>
          </a:p>
          <a:p>
            <a:r>
              <a:rPr lang="en-IN" sz="2000" dirty="0"/>
              <a:t>Dataset storage</a:t>
            </a:r>
          </a:p>
          <a:p>
            <a:r>
              <a:rPr lang="en-IN" sz="2000" dirty="0"/>
              <a:t>Rule engine implementation</a:t>
            </a:r>
          </a:p>
          <a:p>
            <a:r>
              <a:rPr lang="en-IN" sz="2000" dirty="0"/>
              <a:t>Automated dashboard with charts</a:t>
            </a:r>
          </a:p>
          <a:p>
            <a:pPr marL="0" indent="0">
              <a:buNone/>
            </a:pPr>
            <a:r>
              <a:rPr lang="en-IN" sz="2000" b="1" dirty="0"/>
              <a:t>Google Apps Script:</a:t>
            </a:r>
            <a:endParaRPr lang="en-IN" sz="2000" dirty="0"/>
          </a:p>
          <a:p>
            <a:r>
              <a:rPr lang="en-IN" sz="2000" dirty="0"/>
              <a:t>Custom menu</a:t>
            </a:r>
          </a:p>
          <a:p>
            <a:r>
              <a:rPr lang="en-IN" sz="2000" dirty="0"/>
              <a:t>Sidebar chatbot</a:t>
            </a:r>
          </a:p>
          <a:p>
            <a:r>
              <a:rPr lang="en-IN" sz="2000" dirty="0"/>
              <a:t>Automated entry form and decision logic</a:t>
            </a:r>
          </a:p>
          <a:p>
            <a:pPr marL="0" indent="0">
              <a:buNone/>
            </a:pPr>
            <a:r>
              <a:rPr lang="en-IN" sz="2000" b="1" dirty="0"/>
              <a:t>Document Flags:</a:t>
            </a:r>
            <a:endParaRPr lang="en-IN" sz="2000" dirty="0"/>
          </a:p>
          <a:p>
            <a:r>
              <a:rPr lang="en-IN" sz="2000" dirty="0"/>
              <a:t>KYC Document</a:t>
            </a:r>
          </a:p>
          <a:p>
            <a:r>
              <a:rPr lang="en-IN" sz="2000" dirty="0"/>
              <a:t>Income Proof</a:t>
            </a:r>
          </a:p>
          <a:p>
            <a:r>
              <a:rPr lang="en-IN" sz="2000" dirty="0"/>
              <a:t>Business Proof</a:t>
            </a:r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8129497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5F790A-8CB8-6D54-ED00-E0FA1E9D99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04914"/>
          </a:xfrm>
        </p:spPr>
        <p:txBody>
          <a:bodyPr/>
          <a:lstStyle/>
          <a:p>
            <a:pPr algn="ctr"/>
            <a:r>
              <a:rPr lang="en-US" b="1" dirty="0"/>
              <a:t>Context diagram</a:t>
            </a:r>
            <a:endParaRPr lang="en-IN" b="1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9424661-FCCD-E027-0DDC-4AA439E7D8C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08264" y="1170040"/>
            <a:ext cx="7894498" cy="4898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22008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C1055-7B6B-CAA4-DD0E-E29D9A129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System Workflow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1166E13-2569-DE21-58F6-67748AD2888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305615"/>
            <a:ext cx="10842523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 loan officer opens the main Google Sheet.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From the menu: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SME Portal → Open Chatbot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 officer enters applicant details and document submissions.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Apps Script writes data to the dataset and triggers formulas.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Rule engine evaluates document completeness.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Final status is assigned automatically.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Dashboard updates with new statistics and charts.</a:t>
            </a:r>
          </a:p>
        </p:txBody>
      </p:sp>
    </p:spTree>
    <p:extLst>
      <p:ext uri="{BB962C8B-B14F-4D97-AF65-F5344CB8AC3E}">
        <p14:creationId xmlns:p14="http://schemas.microsoft.com/office/powerpoint/2010/main" val="1768431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BA926E4-E69A-721D-78F5-B4F9D64C121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580" y="318067"/>
            <a:ext cx="10785987" cy="6221866"/>
          </a:xfrm>
        </p:spPr>
      </p:pic>
    </p:spTree>
    <p:extLst>
      <p:ext uri="{BB962C8B-B14F-4D97-AF65-F5344CB8AC3E}">
        <p14:creationId xmlns:p14="http://schemas.microsoft.com/office/powerpoint/2010/main" val="20128673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E0DD85-168D-BC0B-3D0F-77BD3E1E7B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296526"/>
          </a:xfrm>
        </p:spPr>
        <p:txBody>
          <a:bodyPr/>
          <a:lstStyle/>
          <a:p>
            <a:pPr algn="ctr"/>
            <a:r>
              <a:rPr lang="en-IN" b="1" dirty="0"/>
              <a:t>How the System Works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46FEA77-1F78-EE5B-699D-33A3AFB414E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860479"/>
            <a:ext cx="10970342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 enters Applicant ID, Industry, Loan Amount, and SME category.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Officer also selects whether KYC, Income Proof, and Business Proof are submitted.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Apps Script logs the entry into the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Loan Application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DataSet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sheet.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Columns K–O (formula-based rule engine) evaluate:</a:t>
            </a:r>
          </a:p>
          <a:p>
            <a:pPr lvl="1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Document completeness</a:t>
            </a:r>
          </a:p>
          <a:p>
            <a:pPr lvl="1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Risk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indicators (if any)</a:t>
            </a: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Eligibility patterns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System assigns one of the outcomes:</a:t>
            </a:r>
          </a:p>
          <a:p>
            <a:pPr lvl="1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READY FOR APPRAISAL</a:t>
            </a:r>
          </a:p>
          <a:p>
            <a:pPr lvl="1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HOLD</a:t>
            </a:r>
          </a:p>
          <a:p>
            <a:pPr lvl="1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REJECT</a:t>
            </a:r>
          </a:p>
          <a:p>
            <a:pPr lvl="1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BUSINESS PROOF NEEDED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4909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DE117F-4A81-9B64-8C9A-F01D3208B2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Rule Engine Logic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E0C5AC-AACF-8CB3-28C8-FED49BCB8A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000" dirty="0"/>
              <a:t>The rule engine is fully implemented using Google Sheets formulas.</a:t>
            </a:r>
            <a:br>
              <a:rPr lang="en-US" sz="2000" dirty="0"/>
            </a:br>
            <a:r>
              <a:rPr lang="en-US" sz="2000" dirty="0"/>
              <a:t>It evaluates:</a:t>
            </a:r>
          </a:p>
          <a:p>
            <a:pPr algn="just"/>
            <a:r>
              <a:rPr lang="en-US" sz="2000" dirty="0"/>
              <a:t>Mandatory document availability</a:t>
            </a:r>
          </a:p>
          <a:p>
            <a:pPr algn="just"/>
            <a:r>
              <a:rPr lang="en-US" sz="2000" dirty="0"/>
              <a:t>Category-wise eligibility</a:t>
            </a:r>
          </a:p>
          <a:p>
            <a:pPr algn="just"/>
            <a:r>
              <a:rPr lang="en-US" sz="2000" dirty="0"/>
              <a:t>Minimum documentation compliance</a:t>
            </a:r>
          </a:p>
          <a:p>
            <a:pPr marL="0" indent="0" algn="just">
              <a:buNone/>
            </a:pPr>
            <a:r>
              <a:rPr lang="en-US" sz="2000" b="1" dirty="0"/>
              <a:t>Examples:</a:t>
            </a:r>
            <a:endParaRPr lang="en-US" sz="2000" dirty="0"/>
          </a:p>
          <a:p>
            <a:pPr algn="just"/>
            <a:r>
              <a:rPr lang="en-US" sz="2000" dirty="0"/>
              <a:t>If all documents = YES → </a:t>
            </a:r>
            <a:r>
              <a:rPr lang="en-US" sz="2000" b="1" dirty="0"/>
              <a:t>Ready for Appraisal</a:t>
            </a:r>
            <a:endParaRPr lang="en-US" sz="2000" dirty="0"/>
          </a:p>
          <a:p>
            <a:pPr algn="just"/>
            <a:r>
              <a:rPr lang="en-US" sz="2000" dirty="0"/>
              <a:t>If Income Proof missing → </a:t>
            </a:r>
            <a:r>
              <a:rPr lang="en-US" sz="2000" b="1" dirty="0"/>
              <a:t>Hold</a:t>
            </a:r>
            <a:endParaRPr lang="en-US" sz="2000" dirty="0"/>
          </a:p>
          <a:p>
            <a:pPr algn="just"/>
            <a:r>
              <a:rPr lang="en-US" sz="2000" dirty="0"/>
              <a:t>If multiple required documents missing → </a:t>
            </a:r>
            <a:r>
              <a:rPr lang="en-US" sz="2000" b="1" dirty="0"/>
              <a:t>Reject</a:t>
            </a:r>
            <a:endParaRPr lang="en-US" sz="2000" dirty="0"/>
          </a:p>
          <a:p>
            <a:pPr algn="just"/>
            <a:r>
              <a:rPr lang="en-US" sz="2000" dirty="0"/>
              <a:t>If Business Proof only is missing → </a:t>
            </a:r>
            <a:r>
              <a:rPr lang="en-US" sz="2000" b="1" dirty="0"/>
              <a:t>Business Proof Needed</a:t>
            </a:r>
            <a:endParaRPr lang="en-US" sz="2000" dirty="0"/>
          </a:p>
          <a:p>
            <a:pPr algn="just"/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4498706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6DCF36-958C-987C-AC4E-726F979651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Dashboard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143B6C-285C-352A-00F6-2194D82027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000" dirty="0"/>
              <a:t>The dashboard provides a quick visualization of all loan applications:</a:t>
            </a:r>
          </a:p>
          <a:p>
            <a:pPr algn="just"/>
            <a:r>
              <a:rPr lang="en-US" sz="2000" dirty="0"/>
              <a:t>Total applications submitted</a:t>
            </a:r>
          </a:p>
          <a:p>
            <a:pPr algn="just"/>
            <a:r>
              <a:rPr lang="en-US" sz="2000" dirty="0"/>
              <a:t>Count of Ready / Hold / Reject / Proof Needed cases</a:t>
            </a:r>
          </a:p>
          <a:p>
            <a:pPr algn="just"/>
            <a:r>
              <a:rPr lang="en-US" sz="2000" dirty="0"/>
              <a:t>Pie chart for status distribution</a:t>
            </a:r>
          </a:p>
          <a:p>
            <a:pPr algn="just"/>
            <a:r>
              <a:rPr lang="en-US" sz="2000" dirty="0"/>
              <a:t>Summary metrics updated automatically after each entry</a:t>
            </a:r>
            <a:br>
              <a:rPr lang="en-US" sz="2000" dirty="0"/>
            </a:br>
            <a:r>
              <a:rPr lang="en-US" sz="2000" dirty="0"/>
              <a:t>This allows officers to monitor workflow efficiency and identify trends instantly.</a:t>
            </a:r>
          </a:p>
          <a:p>
            <a:pPr algn="just"/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813746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8A3EAE-612F-7018-544E-35F386A38B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Files Included in the Project</a:t>
            </a:r>
            <a:endParaRPr lang="en-IN" b="1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A82C839-7520-2ADA-130B-D90F07EB587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104137"/>
            <a:ext cx="10872019" cy="1631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Code.gs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– Google Apps Script backend (menu, chatbot, rule engine trigger)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ChatbotUpload.html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– Sidebar UI for data entry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sample-dataset.xlsx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– Example dataset with predefined structure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dashboard.png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– Screenshot of the dashboard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chatbot.png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– Screenshot of the chatbot sidebar</a:t>
            </a:r>
          </a:p>
        </p:txBody>
      </p:sp>
    </p:spTree>
    <p:extLst>
      <p:ext uri="{BB962C8B-B14F-4D97-AF65-F5344CB8AC3E}">
        <p14:creationId xmlns:p14="http://schemas.microsoft.com/office/powerpoint/2010/main" val="2640082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5E9EED-5A41-13B3-0094-47FDF179C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Advantages of the System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DD09C75-9984-0673-4BD4-A2F19E6DAFF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005176"/>
            <a:ext cx="10213258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Faster processing of loan applications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Reduced manual work and errors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Consistent and transparent decisioning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Google-based, no installation needed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Easy scalability and collaboration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Automatically updated dashboard</a:t>
            </a:r>
          </a:p>
        </p:txBody>
      </p:sp>
    </p:spTree>
    <p:extLst>
      <p:ext uri="{BB962C8B-B14F-4D97-AF65-F5344CB8AC3E}">
        <p14:creationId xmlns:p14="http://schemas.microsoft.com/office/powerpoint/2010/main" val="12151632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4F1B0-DB8A-9096-3CA9-45F2AE2B5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Limitations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7684A9F-C57D-12DD-997D-985ABA4A384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643181"/>
            <a:ext cx="10515600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Rule-based (no machine learning used)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Depends on correct user inputs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Limited to document completeness, not document authenticity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Works best only for SME loans, not complex loan cases</a:t>
            </a:r>
          </a:p>
        </p:txBody>
      </p:sp>
    </p:spTree>
    <p:extLst>
      <p:ext uri="{BB962C8B-B14F-4D97-AF65-F5344CB8AC3E}">
        <p14:creationId xmlns:p14="http://schemas.microsoft.com/office/powerpoint/2010/main" val="34054850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42612-492D-4BAB-FDAF-CBF2681AB6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Future Enhancements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B1D0B19-C02C-85BD-F986-E00F801D05C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969256"/>
            <a:ext cx="10515600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Integration of machine learning risk-scoring models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Automated document OCR-based verification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Multi-stage rule engines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Integration with CRM or Loan Origination Systems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Multi-user access controls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SMS/Email notification system for applicants</a:t>
            </a:r>
          </a:p>
        </p:txBody>
      </p:sp>
    </p:spTree>
    <p:extLst>
      <p:ext uri="{BB962C8B-B14F-4D97-AF65-F5344CB8AC3E}">
        <p14:creationId xmlns:p14="http://schemas.microsoft.com/office/powerpoint/2010/main" val="38265598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B30806-3006-5305-5401-A8D7FFBDA0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Conclusion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9E1B2D-A291-96D0-2D6A-ACCAEC32C6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400" dirty="0"/>
              <a:t>The SME Loan Right-First-Time Pre-Screen System successfully automates the early stage of loan evaluation using simple yet powerful tools. With Google Sheets as the rule platform and Apps Script enabling real-time data entry, the system provides fast, consistent, and error-free pre-screening. This improves operational efficiency and ensures that only complete, valid applications move to the appraisal phase.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5252131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A744C-22FA-E9B2-19B0-DBE32156F7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26777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sz="4800" b="1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355422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782</Words>
  <Application>Microsoft Office PowerPoint</Application>
  <PresentationFormat>Widescreen</PresentationFormat>
  <Paragraphs>100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Calibri Light</vt:lpstr>
      <vt:lpstr>Courier New</vt:lpstr>
      <vt:lpstr>Office Theme</vt:lpstr>
      <vt:lpstr>SME Loan Pre-Screen:  Right-First-Time Applications </vt:lpstr>
      <vt:lpstr>Introduction</vt:lpstr>
      <vt:lpstr>Problem Statement</vt:lpstr>
      <vt:lpstr>Objectives</vt:lpstr>
      <vt:lpstr>Tools &amp; Technologies Used</vt:lpstr>
      <vt:lpstr>Context diagram</vt:lpstr>
      <vt:lpstr>System Workflow</vt:lpstr>
      <vt:lpstr>PowerPoint Presentation</vt:lpstr>
      <vt:lpstr>How the System Works</vt:lpstr>
      <vt:lpstr>Rule Engine Logic</vt:lpstr>
      <vt:lpstr>Dashboard Overview</vt:lpstr>
      <vt:lpstr>Files Included in the Project</vt:lpstr>
      <vt:lpstr>Advantages of the System</vt:lpstr>
      <vt:lpstr>Limitations</vt:lpstr>
      <vt:lpstr>Future Enhancements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Bhaba Deb Sarmah</dc:creator>
  <cp:lastModifiedBy>Bhaba Deb Sarmah</cp:lastModifiedBy>
  <cp:revision>1</cp:revision>
  <dcterms:created xsi:type="dcterms:W3CDTF">2025-12-10T09:00:10Z</dcterms:created>
  <dcterms:modified xsi:type="dcterms:W3CDTF">2025-12-10T09:00:44Z</dcterms:modified>
</cp:coreProperties>
</file>